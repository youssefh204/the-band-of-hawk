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aboto-Black" charset="1" panose="02000500000000000000"/>
      <p:regular r:id="rId16"/>
    </p:embeddedFont>
    <p:embeddedFont>
      <p:font typeface="Kind Heart" charset="1" panose="020006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860"/>
            <a:ext cx="18328821" cy="10264140"/>
          </a:xfrm>
          <a:custGeom>
            <a:avLst/>
            <a:gdLst/>
            <a:ahLst/>
            <a:cxnLst/>
            <a:rect r="r" b="b" t="t" l="l"/>
            <a:pathLst>
              <a:path h="10264140" w="18328821">
                <a:moveTo>
                  <a:pt x="0" y="0"/>
                </a:moveTo>
                <a:lnTo>
                  <a:pt x="18328821" y="0"/>
                </a:lnTo>
                <a:lnTo>
                  <a:pt x="18328821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"/>
            <a:ext cx="18390742" cy="10229850"/>
          </a:xfrm>
          <a:custGeom>
            <a:avLst/>
            <a:gdLst/>
            <a:ahLst/>
            <a:cxnLst/>
            <a:rect r="r" b="b" t="t" l="l"/>
            <a:pathLst>
              <a:path h="10229850" w="18390742">
                <a:moveTo>
                  <a:pt x="0" y="0"/>
                </a:moveTo>
                <a:lnTo>
                  <a:pt x="18390742" y="0"/>
                </a:lnTo>
                <a:lnTo>
                  <a:pt x="18390742" y="10229850"/>
                </a:lnTo>
                <a:lnTo>
                  <a:pt x="0" y="1022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90742" cy="10229850"/>
          </a:xfrm>
          <a:custGeom>
            <a:avLst/>
            <a:gdLst/>
            <a:ahLst/>
            <a:cxnLst/>
            <a:rect r="r" b="b" t="t" l="l"/>
            <a:pathLst>
              <a:path h="10229850" w="18390742">
                <a:moveTo>
                  <a:pt x="0" y="0"/>
                </a:moveTo>
                <a:lnTo>
                  <a:pt x="18390742" y="0"/>
                </a:lnTo>
                <a:lnTo>
                  <a:pt x="18390742" y="10229850"/>
                </a:lnTo>
                <a:lnTo>
                  <a:pt x="0" y="1022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742" y="0"/>
            <a:ext cx="18493483" cy="10287000"/>
          </a:xfrm>
          <a:custGeom>
            <a:avLst/>
            <a:gdLst/>
            <a:ahLst/>
            <a:cxnLst/>
            <a:rect r="r" b="b" t="t" l="l"/>
            <a:pathLst>
              <a:path h="10287000" w="18493483">
                <a:moveTo>
                  <a:pt x="0" y="0"/>
                </a:moveTo>
                <a:lnTo>
                  <a:pt x="18493484" y="0"/>
                </a:lnTo>
                <a:lnTo>
                  <a:pt x="1849348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742" y="0"/>
            <a:ext cx="18493483" cy="10287000"/>
          </a:xfrm>
          <a:custGeom>
            <a:avLst/>
            <a:gdLst/>
            <a:ahLst/>
            <a:cxnLst/>
            <a:rect r="r" b="b" t="t" l="l"/>
            <a:pathLst>
              <a:path h="10287000" w="18493483">
                <a:moveTo>
                  <a:pt x="0" y="0"/>
                </a:moveTo>
                <a:lnTo>
                  <a:pt x="18493484" y="0"/>
                </a:lnTo>
                <a:lnTo>
                  <a:pt x="1849348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742" y="57150"/>
            <a:ext cx="18390742" cy="10229850"/>
          </a:xfrm>
          <a:custGeom>
            <a:avLst/>
            <a:gdLst/>
            <a:ahLst/>
            <a:cxnLst/>
            <a:rect r="r" b="b" t="t" l="l"/>
            <a:pathLst>
              <a:path h="10229850" w="18390742">
                <a:moveTo>
                  <a:pt x="0" y="0"/>
                </a:moveTo>
                <a:lnTo>
                  <a:pt x="18390742" y="0"/>
                </a:lnTo>
                <a:lnTo>
                  <a:pt x="18390742" y="10229850"/>
                </a:lnTo>
                <a:lnTo>
                  <a:pt x="0" y="1022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150"/>
            <a:ext cx="18288000" cy="10172700"/>
          </a:xfrm>
          <a:custGeom>
            <a:avLst/>
            <a:gdLst/>
            <a:ahLst/>
            <a:cxnLst/>
            <a:rect r="r" b="b" t="t" l="l"/>
            <a:pathLst>
              <a:path h="10172700" w="18288000">
                <a:moveTo>
                  <a:pt x="0" y="0"/>
                </a:moveTo>
                <a:lnTo>
                  <a:pt x="18288000" y="0"/>
                </a:lnTo>
                <a:lnTo>
                  <a:pt x="18288000" y="10172700"/>
                </a:lnTo>
                <a:lnTo>
                  <a:pt x="0" y="10172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2A5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2742" y="0"/>
            <a:ext cx="18493483" cy="10287000"/>
          </a:xfrm>
          <a:custGeom>
            <a:avLst/>
            <a:gdLst/>
            <a:ahLst/>
            <a:cxnLst/>
            <a:rect r="r" b="b" t="t" l="l"/>
            <a:pathLst>
              <a:path h="10287000" w="18493483">
                <a:moveTo>
                  <a:pt x="0" y="0"/>
                </a:moveTo>
                <a:lnTo>
                  <a:pt x="18493484" y="0"/>
                </a:lnTo>
                <a:lnTo>
                  <a:pt x="1849348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2A5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622" y="139325"/>
            <a:ext cx="9404152" cy="9542959"/>
          </a:xfrm>
          <a:custGeom>
            <a:avLst/>
            <a:gdLst/>
            <a:ahLst/>
            <a:cxnLst/>
            <a:rect r="r" b="b" t="t" l="l"/>
            <a:pathLst>
              <a:path h="9542959" w="9404152">
                <a:moveTo>
                  <a:pt x="0" y="0"/>
                </a:moveTo>
                <a:lnTo>
                  <a:pt x="9404152" y="0"/>
                </a:lnTo>
                <a:lnTo>
                  <a:pt x="9404152" y="9542959"/>
                </a:lnTo>
                <a:lnTo>
                  <a:pt x="0" y="95429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237504"/>
            <a:ext cx="11301259" cy="6286325"/>
          </a:xfrm>
          <a:custGeom>
            <a:avLst/>
            <a:gdLst/>
            <a:ahLst/>
            <a:cxnLst/>
            <a:rect r="r" b="b" t="t" l="l"/>
            <a:pathLst>
              <a:path h="6286325" w="11301259">
                <a:moveTo>
                  <a:pt x="0" y="0"/>
                </a:moveTo>
                <a:lnTo>
                  <a:pt x="11301259" y="0"/>
                </a:lnTo>
                <a:lnTo>
                  <a:pt x="11301259" y="6286325"/>
                </a:lnTo>
                <a:lnTo>
                  <a:pt x="0" y="628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87120" y="2575479"/>
            <a:ext cx="2865540" cy="5793497"/>
          </a:xfrm>
          <a:custGeom>
            <a:avLst/>
            <a:gdLst/>
            <a:ahLst/>
            <a:cxnLst/>
            <a:rect r="r" b="b" t="t" l="l"/>
            <a:pathLst>
              <a:path h="5793497" w="2865540">
                <a:moveTo>
                  <a:pt x="0" y="0"/>
                </a:moveTo>
                <a:lnTo>
                  <a:pt x="2865540" y="0"/>
                </a:lnTo>
                <a:lnTo>
                  <a:pt x="2865540" y="5793497"/>
                </a:lnTo>
                <a:lnTo>
                  <a:pt x="0" y="57934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40235" y="828436"/>
            <a:ext cx="5278189" cy="140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sz="6399">
                <a:solidFill>
                  <a:srgbClr val="000000"/>
                </a:solidFill>
                <a:latin typeface="Araboto-Black"/>
                <a:ea typeface="Araboto-Black"/>
                <a:cs typeface="Araboto-Black"/>
                <a:sym typeface="Araboto-Black"/>
              </a:rPr>
              <a:t>Demo Preview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2A5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79162" y="2039309"/>
            <a:ext cx="4156364" cy="4114800"/>
          </a:xfrm>
          <a:custGeom>
            <a:avLst/>
            <a:gdLst/>
            <a:ahLst/>
            <a:cxnLst/>
            <a:rect r="r" b="b" t="t" l="l"/>
            <a:pathLst>
              <a:path h="4114800" w="4156364">
                <a:moveTo>
                  <a:pt x="0" y="0"/>
                </a:moveTo>
                <a:lnTo>
                  <a:pt x="4156363" y="0"/>
                </a:lnTo>
                <a:lnTo>
                  <a:pt x="41563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33862" y="5181766"/>
            <a:ext cx="2294001" cy="4114800"/>
          </a:xfrm>
          <a:custGeom>
            <a:avLst/>
            <a:gdLst/>
            <a:ahLst/>
            <a:cxnLst/>
            <a:rect r="r" b="b" t="t" l="l"/>
            <a:pathLst>
              <a:path h="4114800" w="2294001">
                <a:moveTo>
                  <a:pt x="0" y="0"/>
                </a:moveTo>
                <a:lnTo>
                  <a:pt x="2294001" y="0"/>
                </a:lnTo>
                <a:lnTo>
                  <a:pt x="22940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003652" y="1170305"/>
            <a:ext cx="6280696" cy="5222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960"/>
              </a:lnSpc>
              <a:spcBef>
                <a:spcPct val="0"/>
              </a:spcBef>
            </a:pPr>
            <a:r>
              <a:rPr lang="en-US" sz="16400">
                <a:solidFill>
                  <a:srgbClr val="000000"/>
                </a:solidFill>
                <a:latin typeface="Kind Heart"/>
                <a:ea typeface="Kind Heart"/>
                <a:cs typeface="Kind Heart"/>
                <a:sym typeface="Kind Heart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DAG7Ve6DMXQ</dc:identifier>
  <dcterms:modified xsi:type="dcterms:W3CDTF">2011-08-01T06:04:30Z</dcterms:modified>
  <cp:revision>1</cp:revision>
  <dc:title>Demo Preview</dc:title>
</cp:coreProperties>
</file>